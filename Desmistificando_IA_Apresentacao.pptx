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Desmistificando 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guia prático para entender a IA no dia a dia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274320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Junior Scarpelin · Unicesumar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veremos hoje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Inteligência Artificial?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IA está no seu dia a dia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6426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vs Machine Learning vs Deep Learning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3009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dados são tão importantes?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IA Generativa?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029968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1984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com seus dados pessoais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688336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26426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discussão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Inteligência Artificial?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"Inteligência Artificial é a capacidade de uma máquina simular habilidades humanas como raciocínio, aprendizado e tomada de decisão."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textos, reconhece imagens e sons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24688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0D4F8B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008" y="3063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com a experiência e dados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8776" y="24688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5E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45936" y="3063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Sugere, classifica e age autonomamente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pensa como humano — ela encontra padrões em grandes volumes de dados.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está em toda parte — sem você perceber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decide o que você vê no Instagram, TikTok e YouTube.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3192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de Voz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 e Google Assistente entendem sua fala com 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1228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Amazon e o Mercado Livre recomendam produtos com IA.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&amp; Finanças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cartão detecta fraudes em tempo real com IA.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931920" y="29443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4720" y="3383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analisa exames e auxilia no diagnóstico médico.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12280" y="29443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 Trânsito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3383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Waze usa IA para calcular a melhor rota em tempo real.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Machine Learning e Deep Learning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as camadas — do mais amplo ao mais específico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731520"/>
            <a:ext cx="3657600" cy="36576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0" y="1280160"/>
            <a:ext cx="2560320" cy="2560320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828800"/>
            <a:ext cx="1463040" cy="14630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822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371600"/>
            <a:ext cx="54864" cy="868680"/>
          </a:xfrm>
          <a:prstGeom prst="rect">
            <a:avLst/>
          </a:prstGeom>
          <a:solidFill>
            <a:srgbClr val="FFBC4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371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Inteligência Artificial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1755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mais amplo. Qualquer técnica que faz uma máquina "agir de forma inteligente".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54864" cy="8686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Machine Learning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28712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 da IA. A máquina aprende com exemplos e dados sem ser explicitamente programada.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54864" cy="868680"/>
          </a:xfrm>
          <a:prstGeom prst="rect">
            <a:avLst/>
          </a:prstGeom>
          <a:solidFill>
            <a:srgbClr val="5E3A8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027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Deep Learning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3986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 do ML. Usa redes neurais profundas — imita o funcionamento do cérebro humano.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dados são tão importantes?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"Dados são o combustível da Inteligência Artificial. Sem dados, a IA não aprende."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dados do mundo foram criados nos últimos 2 anos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920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 EB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gerados por dia globalmente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20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ZB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55080" y="2560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previstos para 2025 no mundo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alimentam a IA: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usa um app → gera dado → IA aprende com seu comportamento
</a:t>
            </a:r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dados, mais precisa e útil fica a IA
</a:t>
            </a:r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dados valem dinheiro — por isso são tão disputados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IA Generativa?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que cria conteúdo novo — texto, imagem, vídeo e áudio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221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perguntas e escreve textos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0128" y="16916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5E3A8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Midjourney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221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imagens a partir de texto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16916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0D4F8B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/ Udio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21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Compõe músicas com 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1B7A3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172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Google com IA avançada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0128" y="30632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BC42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172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 tarefas complexas com segurança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30632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3172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7648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e edita vídeos com 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usou IA generativa hoje — mesmo sem perceber!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IA pode ajudar no seu dia a dia?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44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No Trabalho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901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e revisar e-mails profissionais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432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documentos longos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29626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apresentações e relatórios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informações rapidamente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59936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023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textos em segundos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2801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0D4F8B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344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Em Casa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1938528"/>
            <a:ext cx="201168" cy="201168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22" name="Text 20"/>
          <p:cNvSpPr/>
          <p:nvPr/>
        </p:nvSpPr>
        <p:spPr>
          <a:xfrm>
            <a:off x="5276088" y="1901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cardápios e receitas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2468880"/>
            <a:ext cx="201168" cy="201168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24" name="Text 22"/>
          <p:cNvSpPr/>
          <p:nvPr/>
        </p:nvSpPr>
        <p:spPr>
          <a:xfrm>
            <a:off x="5276088" y="2432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finanças pessoais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2999232"/>
            <a:ext cx="201168" cy="201168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26" name="Text 24"/>
          <p:cNvSpPr/>
          <p:nvPr/>
        </p:nvSpPr>
        <p:spPr>
          <a:xfrm>
            <a:off x="5276088" y="29626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dúvidas sobre saúde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83480" y="3529584"/>
            <a:ext cx="201168" cy="201168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28" name="Text 26"/>
          <p:cNvSpPr/>
          <p:nvPr/>
        </p:nvSpPr>
        <p:spPr>
          <a:xfrm>
            <a:off x="5276088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novos idiomas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4059936"/>
            <a:ext cx="201168" cy="201168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30" name="Text 28"/>
          <p:cNvSpPr/>
          <p:nvPr/>
        </p:nvSpPr>
        <p:spPr>
          <a:xfrm>
            <a:off x="5276088" y="4023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filhos nos estudos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Cuidados com seus dados pessoais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Fortes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senhas longas e diferentes para cada serviço. Nunca reutilize a mesma.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1A2B3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22392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antes de aceitar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22392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que os apps pedem acesso. Microfone, câmera e localização sem motivo? Recuse.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1A2B3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78992" y="2606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ao que compartilha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que você posta nas redes sociais alimentam algoritmos de 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51460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1A2B3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22392" y="2606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em 2 fatores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22392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Ative sempre que possível. Adiciona uma camada extra de segurança.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78992" y="3840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e deepfake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pode criar vídeos e áudios falsos convincentes. Desconfie e verifique a fonte.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74904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1A2B3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🍪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22392" y="3840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e rastreamento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22392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aceitar todos os cookies você autoriza seu rastreamento na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direitos: a LGPD protege você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Geral de Proteção de Dados — Lei nº 13.709/2018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19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pode pedir quais dados uma empresa tem sobre você.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0128" y="155448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554480"/>
            <a:ext cx="2697480" cy="73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1719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2103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exigir que dados errados sejam corrigidos.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55448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554480"/>
            <a:ext cx="2697480" cy="73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1719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0216" y="2103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pedir que apaguem seus dados pessoais.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2697480" cy="73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82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Revogação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cancelar o consentimento que deu para usar seus dados.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10128" y="301752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0128" y="3017520"/>
            <a:ext cx="2697480" cy="73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22"/>
          <p:cNvSpPr/>
          <p:nvPr/>
        </p:nvSpPr>
        <p:spPr>
          <a:xfrm>
            <a:off x="3447288" y="3182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Oposição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47288" y="3566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 opor ao uso dos seus dados que cause dano a você.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63056" y="301752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3017520"/>
            <a:ext cx="2697480" cy="73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216" y="3182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00216" y="3566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transferir seus dados para outro fornecedor.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a IA de forma responsável?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69080" cy="3291840"/>
          </a:xfrm>
          <a:prstGeom prst="roundRect">
            <a:avLst>
              <a:gd name="adj" fmla="val 2778"/>
            </a:avLst>
          </a:prstGeom>
          <a:solidFill>
            <a:srgbClr val="0A302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Boas práticas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8836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informações antes de compartilhar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5420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IA para poupar tempo, não para enganar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36976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senhas e dados sensíveis protegidos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8587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Aprenda continuamente — a IA evolui rápido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4069080" cy="3291840"/>
          </a:xfrm>
          <a:prstGeom prst="roundRect">
            <a:avLst>
              <a:gd name="adj" fmla="val 2778"/>
            </a:avLst>
          </a:prstGeom>
          <a:solidFill>
            <a:srgbClr val="3A101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 que evitar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0600" y="1920240"/>
            <a:ext cx="201168" cy="20116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8" name="Text 16"/>
          <p:cNvSpPr/>
          <p:nvPr/>
        </p:nvSpPr>
        <p:spPr>
          <a:xfrm>
            <a:off x="5093208" y="18836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confie cegamente em tudo que a IA gera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578608"/>
            <a:ext cx="201168" cy="20116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0" name="Text 18"/>
          <p:cNvSpPr/>
          <p:nvPr/>
        </p:nvSpPr>
        <p:spPr>
          <a:xfrm>
            <a:off x="5093208" y="25420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compartilhe dados íntimos com IAs públicas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3236976"/>
            <a:ext cx="201168" cy="20116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IA para criar conteúdo falso ou prejudicial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3895344"/>
            <a:ext cx="201168" cy="20116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4" name="Text 22"/>
          <p:cNvSpPr/>
          <p:nvPr/>
        </p:nvSpPr>
        <p:spPr>
          <a:xfrm>
            <a:off x="5093208" y="38587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ignore os termos de privacidade dos apps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Hora de conversar!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suas experiências e tire suas dúvidas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27632"/>
            <a:ext cx="320040" cy="3200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27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5727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usou alguma ferramenta de IA? Qual foi sua experiência?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450592"/>
            <a:ext cx="320040" cy="3200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3957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das aplicações de IA te surpreendeu mais?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273552"/>
            <a:ext cx="320040" cy="3200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32186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se preocupa com a privacidade dos seus dados?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4096512"/>
            <a:ext cx="320040" cy="3200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40416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IA pode impactar sua área de trabalho?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74720"/>
            <a:ext cx="9144000" cy="1737360"/>
          </a:xfrm>
          <a:prstGeom prst="rect">
            <a:avLst/>
          </a:prstGeom>
          <a:solidFill>
            <a:srgbClr val="07121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B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é uma ferramenta poderosa.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 consciência, curiosidade e responsabilidade.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3657600" cy="457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337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Junior Scarpelin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Unicesumar · ADS · Atividade Extensionista ·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3474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🤖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2026-07-11T06:20:34Z</dcterms:created>
  <dcterms:modified xsi:type="dcterms:W3CDTF">2026-07-11T06:20:34Z</dcterms:modified>
</cp:coreProperties>
</file>